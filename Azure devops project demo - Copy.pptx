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5" r:id="rId1"/>
  </p:sldMasterIdLst>
  <p:notesMasterIdLst>
    <p:notesMasterId r:id="rId6"/>
  </p:notesMasterIdLst>
  <p:sldIdLst>
    <p:sldId id="279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15EC375-A4B0-4D64-B877-AD968D66DB5F}">
          <p14:sldIdLst>
            <p14:sldId id="279"/>
            <p14:sldId id="257"/>
            <p14:sldId id="258"/>
            <p14:sldId id="260"/>
          </p14:sldIdLst>
        </p14:section>
        <p14:section name="Untitled Section" id="{1F05D811-3AE7-43CE-BFA8-2452AA92A13C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EB9"/>
    <a:srgbClr val="FF9900"/>
    <a:srgbClr val="F30D96"/>
    <a:srgbClr val="D1F4F3"/>
    <a:srgbClr val="FFFFC9"/>
    <a:srgbClr val="CDDEFF"/>
    <a:srgbClr val="FDF1A9"/>
    <a:srgbClr val="CBAF05"/>
    <a:srgbClr val="FCC0E4"/>
    <a:srgbClr val="ABF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661CE4-82FA-455B-B832-F74520E2CD6C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39D1CC-6A00-498D-973C-BC9D0B77B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692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16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1097-AD0D-451F-AFBD-815F0AF366C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181F2-15B7-4EC5-9F11-F32F79EE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951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1097-AD0D-451F-AFBD-815F0AF366C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181F2-15B7-4EC5-9F11-F32F79EE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250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1097-AD0D-451F-AFBD-815F0AF366C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181F2-15B7-4EC5-9F11-F32F79EE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553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1097-AD0D-451F-AFBD-815F0AF366C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181F2-15B7-4EC5-9F11-F32F79EE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553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1097-AD0D-451F-AFBD-815F0AF366C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181F2-15B7-4EC5-9F11-F32F79EE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3680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1097-AD0D-451F-AFBD-815F0AF366C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181F2-15B7-4EC5-9F11-F32F79EE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640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1097-AD0D-451F-AFBD-815F0AF366C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181F2-15B7-4EC5-9F11-F32F79EE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602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1097-AD0D-451F-AFBD-815F0AF366C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181F2-15B7-4EC5-9F11-F32F79EE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07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1097-AD0D-451F-AFBD-815F0AF366C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181F2-15B7-4EC5-9F11-F32F79EE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748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1097-AD0D-451F-AFBD-815F0AF366C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181F2-15B7-4EC5-9F11-F32F79EE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504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91097-AD0D-451F-AFBD-815F0AF366C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9181F2-15B7-4EC5-9F11-F32F79EE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9423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C73E6"/>
          </a:solidFill>
          <a:ln/>
        </p:spPr>
        <p:txBody>
          <a:bodyPr/>
          <a:lstStyle/>
          <a:p>
            <a:endParaRPr lang="en-IN" sz="15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9F9FF"/>
          </a:solidFill>
          <a:ln/>
        </p:spPr>
        <p:txBody>
          <a:bodyPr/>
          <a:lstStyle/>
          <a:p>
            <a:endParaRPr lang="en-IN" sz="1500"/>
          </a:p>
        </p:txBody>
      </p:sp>
    </p:spTree>
    <p:extLst>
      <p:ext uri="{BB962C8B-B14F-4D97-AF65-F5344CB8AC3E}">
        <p14:creationId xmlns:p14="http://schemas.microsoft.com/office/powerpoint/2010/main" val="28578793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591097-AD0D-451F-AFBD-815F0AF366C1}" type="datetimeFigureOut">
              <a:rPr lang="en-US" smtClean="0"/>
              <a:t>1/8/2026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9181F2-15B7-4EC5-9F11-F32F79EE17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228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6" r:id="rId1"/>
    <p:sldLayoutId id="2147483867" r:id="rId2"/>
    <p:sldLayoutId id="2147483868" r:id="rId3"/>
    <p:sldLayoutId id="2147483869" r:id="rId4"/>
    <p:sldLayoutId id="2147483870" r:id="rId5"/>
    <p:sldLayoutId id="2147483871" r:id="rId6"/>
    <p:sldLayoutId id="2147483872" r:id="rId7"/>
    <p:sldLayoutId id="2147483873" r:id="rId8"/>
    <p:sldLayoutId id="2147483874" r:id="rId9"/>
    <p:sldLayoutId id="2147483875" r:id="rId10"/>
    <p:sldLayoutId id="2147483876" r:id="rId11"/>
    <p:sldLayoutId id="214748387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2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05493" y="2652817"/>
            <a:ext cx="5827452" cy="1642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5400" dirty="0" smtClean="0">
              <a:solidFill>
                <a:srgbClr val="0092A1"/>
              </a:solidFill>
              <a:latin typeface="Alexandria" pitchFamily="34" charset="0"/>
              <a:cs typeface="Alexandria" pitchFamily="34" charset="-120"/>
            </a:endParaRPr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2941428" y="4765519"/>
            <a:ext cx="164065" cy="164065"/>
          </a:xfrm>
          <a:prstGeom prst="rect">
            <a:avLst/>
          </a:prstGeom>
        </p:spPr>
      </p:pic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553860" y="4765519"/>
            <a:ext cx="164065" cy="164065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C0143B2B-07DC-B3D9-1203-757AE54CA11C}"/>
              </a:ext>
            </a:extLst>
          </p:cNvPr>
          <p:cNvSpPr/>
          <p:nvPr/>
        </p:nvSpPr>
        <p:spPr>
          <a:xfrm>
            <a:off x="3440334" y="4077666"/>
            <a:ext cx="779241" cy="4999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000"/>
              </a:lnSpc>
            </a:pPr>
            <a:endParaRPr lang="en-US" sz="6000" dirty="0">
              <a:solidFill>
                <a:srgbClr val="FF0000"/>
              </a:solidFill>
              <a:latin typeface="Alexandria" panose="020B0604020202020204" charset="-78"/>
              <a:cs typeface="Alexandria" panose="020B0604020202020204" charset="-78"/>
            </a:endParaRPr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87B95C3F-F23B-7C57-88F2-184543ABEEB4}"/>
              </a:ext>
            </a:extLst>
          </p:cNvPr>
          <p:cNvSpPr/>
          <p:nvPr/>
        </p:nvSpPr>
        <p:spPr>
          <a:xfrm>
            <a:off x="613768" y="4327646"/>
            <a:ext cx="6392466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endParaRPr lang="en-US" sz="4500" b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8" name="Text 0">
            <a:extLst>
              <a:ext uri="{FF2B5EF4-FFF2-40B4-BE49-F238E27FC236}">
                <a16:creationId xmlns:a16="http://schemas.microsoft.com/office/drawing/2014/main" id="{3EBF2F99-914E-9F85-711F-ABA6CEBA6CF1}"/>
              </a:ext>
            </a:extLst>
          </p:cNvPr>
          <p:cNvSpPr/>
          <p:nvPr/>
        </p:nvSpPr>
        <p:spPr>
          <a:xfrm>
            <a:off x="4491044" y="5517266"/>
            <a:ext cx="1834185" cy="49835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ts val="2000"/>
              </a:lnSpc>
            </a:pPr>
            <a:endParaRPr lang="en-US" sz="3333" b="1" dirty="0"/>
          </a:p>
        </p:txBody>
      </p:sp>
      <p:sp>
        <p:nvSpPr>
          <p:cNvPr id="4" name="TextBox 3"/>
          <p:cNvSpPr txBox="1"/>
          <p:nvPr/>
        </p:nvSpPr>
        <p:spPr>
          <a:xfrm flipH="1">
            <a:off x="1819318" y="1942622"/>
            <a:ext cx="9011822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7030A0"/>
                </a:solidFill>
              </a:rPr>
              <a:t>WELCOME </a:t>
            </a:r>
            <a:r>
              <a:rPr lang="en-US" sz="6000" b="1" dirty="0" smtClean="0">
                <a:solidFill>
                  <a:srgbClr val="7030A0"/>
                </a:solidFill>
              </a:rPr>
              <a:t>TO </a:t>
            </a:r>
            <a:r>
              <a:rPr lang="en-US" sz="6000" b="1" dirty="0" smtClean="0">
                <a:solidFill>
                  <a:srgbClr val="7030A0"/>
                </a:solidFill>
              </a:rPr>
              <a:t>AZURE</a:t>
            </a:r>
            <a:r>
              <a:rPr lang="en-US" sz="6000" b="1" dirty="0" smtClean="0">
                <a:solidFill>
                  <a:srgbClr val="7030A0"/>
                </a:solidFill>
              </a:rPr>
              <a:t> </a:t>
            </a:r>
            <a:r>
              <a:rPr lang="en-US" sz="6000" b="1" dirty="0" smtClean="0">
                <a:solidFill>
                  <a:srgbClr val="7030A0"/>
                </a:solidFill>
              </a:rPr>
              <a:t>DEVOPS  </a:t>
            </a:r>
            <a:r>
              <a:rPr lang="en-US" sz="6000" b="1" dirty="0">
                <a:solidFill>
                  <a:srgbClr val="7030A0"/>
                </a:solidFill>
              </a:rPr>
              <a:t>OVERVIEW</a:t>
            </a:r>
            <a:endParaRPr lang="en-US" sz="6000" dirty="0">
              <a:solidFill>
                <a:srgbClr val="7030A0"/>
              </a:solidFill>
            </a:endParaRPr>
          </a:p>
          <a:p>
            <a:pPr algn="ctr"/>
            <a:r>
              <a:rPr lang="en-US" sz="5400" b="1" dirty="0" smtClean="0">
                <a:solidFill>
                  <a:srgbClr val="F6821F"/>
                </a:solidFill>
                <a:latin typeface="Alexandria" panose="020B0604020202020204" charset="-78"/>
                <a:cs typeface="Alexandria" panose="020B0604020202020204" charset="-78"/>
              </a:rPr>
              <a:t> </a:t>
            </a:r>
            <a:endParaRPr lang="en-US" sz="5400" b="1" dirty="0">
              <a:solidFill>
                <a:srgbClr val="F6821F"/>
              </a:solidFill>
              <a:latin typeface="Alexandria" panose="020B0604020202020204" charset="-78"/>
              <a:cs typeface="Alexandria" panose="020B0604020202020204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84660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:\Users\user\Downloads\project work flow [MConverter.eu] (1).jp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769441"/>
            <a:ext cx="12192000" cy="6088559"/>
          </a:xfrm>
          <a:prstGeom prst="rect">
            <a:avLst/>
          </a:prstGeom>
          <a:pattFill prst="pct10">
            <a:fgClr>
              <a:srgbClr val="08B8B0"/>
            </a:fgClr>
            <a:bgClr>
              <a:schemeClr val="bg1"/>
            </a:bgClr>
          </a:pattFill>
          <a:ln>
            <a:noFill/>
          </a:ln>
        </p:spPr>
      </p:pic>
      <p:sp>
        <p:nvSpPr>
          <p:cNvPr id="3" name="Rectangle 2"/>
          <p:cNvSpPr/>
          <p:nvPr/>
        </p:nvSpPr>
        <p:spPr>
          <a:xfrm>
            <a:off x="2339975" y="0"/>
            <a:ext cx="709001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63500" marR="0" algn="ctr">
              <a:spcBef>
                <a:spcPts val="305"/>
              </a:spcBef>
              <a:spcAft>
                <a:spcPts val="0"/>
              </a:spcAft>
            </a:pPr>
            <a:r>
              <a:rPr lang="en-US" sz="4400" b="1" dirty="0" smtClean="0">
                <a:solidFill>
                  <a:srgbClr val="A40020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DEVOPS PROJECT WORK FLOW</a:t>
            </a:r>
            <a:endParaRPr lang="en-US" sz="4400" dirty="0">
              <a:effectLst/>
              <a:latin typeface="+mj-lt"/>
              <a:ea typeface="Calibri" panose="020F050202020403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 flipH="1">
            <a:off x="9632777" y="2469823"/>
            <a:ext cx="2009325" cy="369332"/>
          </a:xfrm>
          <a:prstGeom prst="rect">
            <a:avLst/>
          </a:prstGeom>
          <a:solidFill>
            <a:srgbClr val="FFEEB9"/>
          </a:solidFill>
        </p:spPr>
        <p:txBody>
          <a:bodyPr wrap="square" rtlCol="0">
            <a:spAutoFit/>
          </a:bodyPr>
          <a:lstStyle/>
          <a:p>
            <a:r>
              <a:rPr lang="en-US" dirty="0" smtClean="0"/>
              <a:t>AZURE ENGINER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4332353"/>
      </p:ext>
    </p:extLst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B8B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39530" y="416728"/>
            <a:ext cx="781887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305"/>
              </a:spcBef>
              <a:tabLst>
                <a:tab pos="2266950" algn="l"/>
              </a:tabLst>
            </a:pPr>
            <a:r>
              <a:rPr lang="en-US" sz="5400" b="1" dirty="0" smtClean="0">
                <a:solidFill>
                  <a:srgbClr val="FF0000"/>
                </a:solidFill>
                <a:effectLst/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DEVOPS ENVIRONMENT</a:t>
            </a:r>
            <a:endParaRPr lang="en-US" sz="5400" dirty="0">
              <a:solidFill>
                <a:srgbClr val="FF0000"/>
              </a:solidFill>
              <a:effectLst/>
              <a:latin typeface="+mj-lt"/>
              <a:ea typeface="Calibri" panose="020F0502020204030204" pitchFamily="34" charset="0"/>
            </a:endParaRPr>
          </a:p>
        </p:txBody>
      </p:sp>
      <p:pic>
        <p:nvPicPr>
          <p:cNvPr id="3" name="Picture 2" descr="C:\Users\user\Desktop\DEVOPS STRUCTURE.png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7280" y="1340058"/>
            <a:ext cx="10607040" cy="4857824"/>
          </a:xfrm>
          <a:prstGeom prst="rect">
            <a:avLst/>
          </a:prstGeom>
          <a:noFill/>
          <a:ln>
            <a:noFill/>
          </a:ln>
          <a:effectLst>
            <a:softEdge rad="50800"/>
          </a:effectLst>
          <a:scene3d>
            <a:camera prst="orthographicFront"/>
            <a:lightRig rig="threePt" dir="t"/>
          </a:scene3d>
          <a:sp3d extrusionH="76200">
            <a:extrusionClr>
              <a:schemeClr val="accent2">
                <a:lumMod val="60000"/>
                <a:lumOff val="40000"/>
              </a:schemeClr>
            </a:extrusionClr>
          </a:sp3d>
        </p:spPr>
      </p:pic>
    </p:spTree>
    <p:extLst>
      <p:ext uri="{BB962C8B-B14F-4D97-AF65-F5344CB8AC3E}">
        <p14:creationId xmlns:p14="http://schemas.microsoft.com/office/powerpoint/2010/main" val="3224532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rgbClr val="08B8B0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19680" y="126609"/>
            <a:ext cx="344908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400" b="1" dirty="0" smtClean="0">
                <a:solidFill>
                  <a:srgbClr val="600A38"/>
                </a:solidFill>
                <a:effectLst/>
                <a:latin typeface="+mj-lt"/>
                <a:ea typeface="Calibri" panose="020F0502020204030204" pitchFamily="34" charset="0"/>
              </a:rPr>
              <a:t>Cloud</a:t>
            </a:r>
            <a:r>
              <a:rPr lang="en-US" sz="4400" b="1" spc="-45" dirty="0" smtClean="0">
                <a:solidFill>
                  <a:srgbClr val="600A38"/>
                </a:solidFill>
                <a:effectLst/>
                <a:latin typeface="+mj-lt"/>
                <a:ea typeface="Calibri" panose="020F0502020204030204" pitchFamily="34" charset="0"/>
              </a:rPr>
              <a:t> </a:t>
            </a:r>
            <a:r>
              <a:rPr lang="en-US" sz="4400" b="1" spc="-10" dirty="0" smtClean="0">
                <a:solidFill>
                  <a:srgbClr val="600A38"/>
                </a:solidFill>
                <a:effectLst/>
                <a:latin typeface="+mj-lt"/>
                <a:ea typeface="Calibri" panose="020F0502020204030204" pitchFamily="34" charset="0"/>
              </a:rPr>
              <a:t>Services</a:t>
            </a:r>
            <a:endParaRPr lang="en-US" sz="4400" b="1" dirty="0">
              <a:latin typeface="+mj-lt"/>
            </a:endParaRPr>
          </a:p>
        </p:txBody>
      </p:sp>
      <p:pic>
        <p:nvPicPr>
          <p:cNvPr id="3" name="Image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1891" y="792355"/>
            <a:ext cx="10944664" cy="5645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4480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571</TotalTime>
  <Words>17</Words>
  <Application>Microsoft Office PowerPoint</Application>
  <PresentationFormat>Widescreen</PresentationFormat>
  <Paragraphs>7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Alexandria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ADMIN</cp:lastModifiedBy>
  <cp:revision>48</cp:revision>
  <dcterms:created xsi:type="dcterms:W3CDTF">2024-08-22T06:28:00Z</dcterms:created>
  <dcterms:modified xsi:type="dcterms:W3CDTF">2026-01-08T12:33:57Z</dcterms:modified>
</cp:coreProperties>
</file>